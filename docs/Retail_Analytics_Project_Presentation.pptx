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0" r:id="rId9"/>
    <p:sldId id="263" r:id="rId10"/>
    <p:sldId id="271" r:id="rId11"/>
    <p:sldId id="272" r:id="rId12"/>
    <p:sldId id="273" r:id="rId13"/>
    <p:sldId id="274" r:id="rId14"/>
    <p:sldId id="275" r:id="rId15"/>
    <p:sldId id="264" r:id="rId16"/>
    <p:sldId id="276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4FB1E2-95B5-412D-8B08-5911B9348B3F}" v="3" dt="2026-01-12T07:07:13.8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dra Ashwini" userId="a19ba1c4333db0c7" providerId="LiveId" clId="{EE4FACB6-C8B2-40C9-BE82-2AB9AA50B5B5}"/>
    <pc:docChg chg="undo custSel modSld">
      <pc:chgData name="Rudra Ashwini" userId="a19ba1c4333db0c7" providerId="LiveId" clId="{EE4FACB6-C8B2-40C9-BE82-2AB9AA50B5B5}" dt="2026-01-12T07:07:28.174" v="110" actId="14100"/>
      <pc:docMkLst>
        <pc:docMk/>
      </pc:docMkLst>
      <pc:sldChg chg="modSp mod">
        <pc:chgData name="Rudra Ashwini" userId="a19ba1c4333db0c7" providerId="LiveId" clId="{EE4FACB6-C8B2-40C9-BE82-2AB9AA50B5B5}" dt="2026-01-11T13:29:58.502" v="102" actId="20577"/>
        <pc:sldMkLst>
          <pc:docMk/>
          <pc:sldMk cId="0" sldId="262"/>
        </pc:sldMkLst>
        <pc:spChg chg="mod">
          <ac:chgData name="Rudra Ashwini" userId="a19ba1c4333db0c7" providerId="LiveId" clId="{EE4FACB6-C8B2-40C9-BE82-2AB9AA50B5B5}" dt="2026-01-11T13:29:58.502" v="102" actId="20577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Rudra Ashwini" userId="a19ba1c4333db0c7" providerId="LiveId" clId="{EE4FACB6-C8B2-40C9-BE82-2AB9AA50B5B5}" dt="2026-01-10T13:30:55.665" v="33" actId="20577"/>
        <pc:sldMkLst>
          <pc:docMk/>
          <pc:sldMk cId="0" sldId="264"/>
        </pc:sldMkLst>
        <pc:spChg chg="mod">
          <ac:chgData name="Rudra Ashwini" userId="a19ba1c4333db0c7" providerId="LiveId" clId="{EE4FACB6-C8B2-40C9-BE82-2AB9AA50B5B5}" dt="2026-01-10T13:30:55.665" v="33" actId="20577"/>
          <ac:spMkLst>
            <pc:docMk/>
            <pc:sldMk cId="0" sldId="264"/>
            <ac:spMk id="3" creationId="{00000000-0000-0000-0000-000000000000}"/>
          </ac:spMkLst>
        </pc:spChg>
      </pc:sldChg>
      <pc:sldChg chg="addSp delSp modSp mod">
        <pc:chgData name="Rudra Ashwini" userId="a19ba1c4333db0c7" providerId="LiveId" clId="{EE4FACB6-C8B2-40C9-BE82-2AB9AA50B5B5}" dt="2026-01-10T13:26:14.438" v="24" actId="14100"/>
        <pc:sldMkLst>
          <pc:docMk/>
          <pc:sldMk cId="2799868199" sldId="273"/>
        </pc:sldMkLst>
        <pc:picChg chg="add mod">
          <ac:chgData name="Rudra Ashwini" userId="a19ba1c4333db0c7" providerId="LiveId" clId="{EE4FACB6-C8B2-40C9-BE82-2AB9AA50B5B5}" dt="2026-01-10T13:26:14.438" v="24" actId="14100"/>
          <ac:picMkLst>
            <pc:docMk/>
            <pc:sldMk cId="2799868199" sldId="273"/>
            <ac:picMk id="6" creationId="{078FA579-8284-64BC-F622-8049DAF4CD7A}"/>
          </ac:picMkLst>
        </pc:picChg>
      </pc:sldChg>
      <pc:sldChg chg="addSp delSp modSp mod">
        <pc:chgData name="Rudra Ashwini" userId="a19ba1c4333db0c7" providerId="LiveId" clId="{EE4FACB6-C8B2-40C9-BE82-2AB9AA50B5B5}" dt="2026-01-12T07:07:28.174" v="110" actId="14100"/>
        <pc:sldMkLst>
          <pc:docMk/>
          <pc:sldMk cId="1295691460" sldId="274"/>
        </pc:sldMkLst>
        <pc:picChg chg="add del mod">
          <ac:chgData name="Rudra Ashwini" userId="a19ba1c4333db0c7" providerId="LiveId" clId="{EE4FACB6-C8B2-40C9-BE82-2AB9AA50B5B5}" dt="2026-01-12T07:05:46.015" v="105" actId="21"/>
          <ac:picMkLst>
            <pc:docMk/>
            <pc:sldMk cId="1295691460" sldId="274"/>
            <ac:picMk id="3" creationId="{DF525AFB-D95C-4E87-FCDA-AD9015EE48AB}"/>
          </ac:picMkLst>
        </pc:picChg>
        <pc:picChg chg="del">
          <ac:chgData name="Rudra Ashwini" userId="a19ba1c4333db0c7" providerId="LiveId" clId="{EE4FACB6-C8B2-40C9-BE82-2AB9AA50B5B5}" dt="2026-01-12T07:05:39.269" v="103" actId="21"/>
          <ac:picMkLst>
            <pc:docMk/>
            <pc:sldMk cId="1295691460" sldId="274"/>
            <ac:picMk id="5" creationId="{DF525AFB-D95C-4E87-FCDA-AD9015EE48AB}"/>
          </ac:picMkLst>
        </pc:picChg>
        <pc:picChg chg="add mod">
          <ac:chgData name="Rudra Ashwini" userId="a19ba1c4333db0c7" providerId="LiveId" clId="{EE4FACB6-C8B2-40C9-BE82-2AB9AA50B5B5}" dt="2026-01-12T07:07:28.174" v="110" actId="14100"/>
          <ac:picMkLst>
            <pc:docMk/>
            <pc:sldMk cId="1295691460" sldId="274"/>
            <ac:picMk id="6" creationId="{BB59453E-8318-6317-23AB-2E2D45338A7B}"/>
          </ac:picMkLst>
        </pc:picChg>
      </pc:sldChg>
      <pc:sldChg chg="addSp delSp modSp mod">
        <pc:chgData name="Rudra Ashwini" userId="a19ba1c4333db0c7" providerId="LiveId" clId="{EE4FACB6-C8B2-40C9-BE82-2AB9AA50B5B5}" dt="2026-01-10T06:54:37.058" v="17" actId="14100"/>
        <pc:sldMkLst>
          <pc:docMk/>
          <pc:sldMk cId="3444112712" sldId="275"/>
        </pc:sldMkLst>
        <pc:spChg chg="add del">
          <ac:chgData name="Rudra Ashwini" userId="a19ba1c4333db0c7" providerId="LiveId" clId="{EE4FACB6-C8B2-40C9-BE82-2AB9AA50B5B5}" dt="2026-01-10T06:39:48.751" v="3" actId="21"/>
          <ac:spMkLst>
            <pc:docMk/>
            <pc:sldMk cId="3444112712" sldId="275"/>
            <ac:spMk id="2" creationId="{1AEA366D-0917-3FF8-1CB5-F3DD13F1AD35}"/>
          </ac:spMkLst>
        </pc:spChg>
        <pc:picChg chg="add mod">
          <ac:chgData name="Rudra Ashwini" userId="a19ba1c4333db0c7" providerId="LiveId" clId="{EE4FACB6-C8B2-40C9-BE82-2AB9AA50B5B5}" dt="2026-01-10T06:54:37.058" v="17" actId="14100"/>
          <ac:picMkLst>
            <pc:docMk/>
            <pc:sldMk cId="3444112712" sldId="275"/>
            <ac:picMk id="5" creationId="{9873E5DA-E500-7CC5-B784-2EDE9B79BFB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957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013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163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824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165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518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534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91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771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145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024281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4184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055948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2324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2710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530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178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3657" y="1556657"/>
            <a:ext cx="8403771" cy="2383971"/>
          </a:xfrm>
        </p:spPr>
        <p:txBody>
          <a:bodyPr/>
          <a:lstStyle/>
          <a:p>
            <a:r>
              <a:rPr dirty="0"/>
              <a:t>End-to-End Retail Performance &amp; Behavioral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0971" y="2405743"/>
            <a:ext cx="3766458" cy="204651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lang="en-US" dirty="0"/>
              <a:t>- </a:t>
            </a:r>
            <a:r>
              <a:rPr dirty="0" err="1"/>
              <a:t>RetailNova</a:t>
            </a:r>
            <a:r>
              <a:rPr dirty="0"/>
              <a:t> Inc.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9031EA-0019-43B0-EF61-27DD9CEEF8AC}"/>
              </a:ext>
            </a:extLst>
          </p:cNvPr>
          <p:cNvSpPr txBox="1"/>
          <p:nvPr/>
        </p:nvSpPr>
        <p:spPr>
          <a:xfrm flipH="1">
            <a:off x="7119256" y="5797486"/>
            <a:ext cx="18505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R. Ashwini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RetailNova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Retail &amp; E-Commerce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Founded: 2016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Headquarters: Chicago, USA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platforms,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60+ Physical Stores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Sells Electronics, Apparel, Home &amp; Kitchen, and Personal Care products</a:t>
            </a: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in product returns in recent periods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churn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Declining profitability in certain regions and categories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data-driven decisions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sales and profit trends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customer behavior and returns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&amp; inventory optimization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store and regional profitability</a:t>
            </a: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from CSV files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and EDA using Python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Analysis using SQL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Development in Power BI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 and Recommendations</a:t>
            </a: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duplicates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Handled missing values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new columns such as Profit and Age Group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using Python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 key business questions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derived metrics profit, discount %,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return percentage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analysis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products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&amp; store performance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6F086-74F7-AC53-915C-C63D6CE62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 Diagram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F2305EE-CD6E-53BD-82F0-ABC59EA749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3732" y="1360715"/>
            <a:ext cx="6693579" cy="4887686"/>
          </a:xfrm>
        </p:spPr>
      </p:pic>
    </p:spTree>
    <p:extLst>
      <p:ext uri="{BB962C8B-B14F-4D97-AF65-F5344CB8AC3E}">
        <p14:creationId xmlns:p14="http://schemas.microsoft.com/office/powerpoint/2010/main" val="35938177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dashboards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Sales, Customers, Products, Stores, Returns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Tool: Power BI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A3166-B4FF-F7D9-262E-A3E30E4E0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Sales dashboard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CC1F2C-4E4C-7BDF-57F3-B50BF53420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222" y="1930400"/>
            <a:ext cx="6895774" cy="3849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9452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BCA01-2BF2-FD99-A80F-85B41830E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Customer dashboard</a:t>
            </a:r>
            <a:endParaRPr lang="en-I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ACDE7A1-BE35-E509-BADB-E1FA448DE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619" y="1930399"/>
            <a:ext cx="6968886" cy="3751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7300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9DE55-29CF-797E-A942-87A00DB11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dashboard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8FA579-8284-64BC-F622-8049DAF4CD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309" y="1524132"/>
            <a:ext cx="7079976" cy="3994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8681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85733-8FA0-F45A-A1BE-367CB3058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Store dashboard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59453E-8318-6317-23AB-2E2D45338A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571" y="1643515"/>
            <a:ext cx="7083433" cy="3929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6914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A366D-0917-3FF8-1CB5-F3DD13F1A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Return dashboard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73E5DA-E500-7CC5-B784-2EDE9B79BF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23" y="1803401"/>
            <a:ext cx="6974801" cy="3791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1127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Offline store sales exceed online, driving most revenue.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Middle-aged (36–55) customers contribute the largest revenue share.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&amp; Kitchen products have the highest return rate.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stores have high sales but low profit due to costs.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are concentrated in the west region.</a:t>
            </a: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8839F-84F9-66CC-B847-45BEFFB43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C5EFE-0855-C899-6C18-25CD6DEBA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Key </a:t>
            </a:r>
            <a:r>
              <a:rPr lang="en-US" dirty="0"/>
              <a:t>Insights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294DA-D761-7835-1909-0F2428014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and expand online sales channels to boost revenue.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middle-aged/high-value customers with loyalty programs.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 return causes to enhance profitability.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store operating costs to increase profit.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region- and category-specific strategies to reduce returns.</a:t>
            </a: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25422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Foreign key issue between Sales &amp; Stores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online store record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Resolved by adding logical store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reveals that data-driven decision-making is essential for optimizing sales Trends ,customer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,product performance and improves store and regional profitability.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CSV Datasets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Python, SQL, Power BI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28040-41C4-3CF1-8136-8E0B2A3626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1028" y="2547257"/>
            <a:ext cx="2264229" cy="685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653207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93</TotalTime>
  <Words>340</Words>
  <Application>Microsoft Office PowerPoint</Application>
  <PresentationFormat>On-screen Show (4:3)</PresentationFormat>
  <Paragraphs>70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Times New Roman</vt:lpstr>
      <vt:lpstr>Trebuchet MS</vt:lpstr>
      <vt:lpstr>Wingdings 3</vt:lpstr>
      <vt:lpstr>Facet</vt:lpstr>
      <vt:lpstr>End-to-End Retail Performance &amp; Behavioral Analytics</vt:lpstr>
      <vt:lpstr>Introduction</vt:lpstr>
      <vt:lpstr>Problem Statement</vt:lpstr>
      <vt:lpstr>Objectives</vt:lpstr>
      <vt:lpstr>Methodology</vt:lpstr>
      <vt:lpstr>Data Cleaning</vt:lpstr>
      <vt:lpstr>SQL Analysis</vt:lpstr>
      <vt:lpstr>ER Diagram</vt:lpstr>
      <vt:lpstr>Data Visualization</vt:lpstr>
      <vt:lpstr>Sales dashboard</vt:lpstr>
      <vt:lpstr>Customer dashboard</vt:lpstr>
      <vt:lpstr>Product dashboard</vt:lpstr>
      <vt:lpstr>Store dashboard</vt:lpstr>
      <vt:lpstr>Return dashboard</vt:lpstr>
      <vt:lpstr>Key Findings</vt:lpstr>
      <vt:lpstr>Key Insights</vt:lpstr>
      <vt:lpstr>Challenges Faced</vt:lpstr>
      <vt:lpstr>Conclusion</vt:lpstr>
      <vt:lpstr>References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Rudra Ashwini</dc:creator>
  <cp:keywords/>
  <dc:description>generated using python-pptx</dc:description>
  <cp:lastModifiedBy>Rudra Ashwini</cp:lastModifiedBy>
  <cp:revision>7</cp:revision>
  <dcterms:created xsi:type="dcterms:W3CDTF">2013-01-27T09:14:16Z</dcterms:created>
  <dcterms:modified xsi:type="dcterms:W3CDTF">2026-01-12T07:07:33Z</dcterms:modified>
  <cp:category/>
</cp:coreProperties>
</file>